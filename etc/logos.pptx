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5" r:id="rId7"/>
    <p:sldId id="266" r:id="rId8"/>
    <p:sldId id="269" r:id="rId9"/>
    <p:sldId id="26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178"/>
    <p:restoredTop sz="94668"/>
  </p:normalViewPr>
  <p:slideViewPr>
    <p:cSldViewPr snapToGrid="0">
      <p:cViewPr varScale="1">
        <p:scale>
          <a:sx n="62" d="100"/>
          <a:sy n="62" d="100"/>
        </p:scale>
        <p:origin x="216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04830-07D8-0776-D8C7-4039FDDB7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C52F5B-B0C0-F335-6A7E-4E7FA5FAC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77E82-BA8D-813D-328D-6F031099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A7D84-B0CF-AB11-BF59-E611E5E6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42253-2C3A-5B10-83B8-0CDF44DD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647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E7443-6514-F030-D091-A6C83C6A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FBFB52-00DC-4349-A4C5-C6AEE7A19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2FC0E4-C00F-1AFF-D860-D724D06A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2BC74-9A04-9438-B3D3-3E2876EF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0D9ECD-DBC2-1381-007D-8ACB8E59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700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9E514-7F09-C179-B015-684C78E21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06434F-4758-A479-314D-F8C19532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FC49F-372C-DF1A-6E13-841DE110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50556-34E9-CAB4-7A40-6F0AA7C1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D8208-C169-33D0-EAF0-81A2DDCC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50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0AEC1-EA1A-B26B-AFE7-77147653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A96305-2183-45F0-4A87-7618D06DB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40142B-E150-4C11-8C49-BEA56CD83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16AD58-313E-7661-DFE9-8FF3B1CD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F6E5D9-2D0C-FAEB-36FB-B9FF03B3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123315-004F-31F7-8CCB-E6F2E8CB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630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F0F7C-1111-91A9-1C8D-AAE65FB1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4AB142-8366-8054-4573-447F7A2BD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B0F63-A670-3546-A234-51BCA6853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C5D6E0-7A5A-1B5A-11D9-3CC29FC15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08C19A-D956-3FC3-B8F9-F438CC139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6267D1-042C-90E9-1602-E639C3F8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9BC627-8AF9-F6CD-DD1B-DB66040C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32F34C-BBA7-7CFA-F345-47D0E8D8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7210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105ED-653D-E69A-E312-E49B4C87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7206B0-1586-44CF-89A0-436B274E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38E826-44C4-A80D-1314-90612219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AE1599-6863-0AF1-A240-A1515352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46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498587-4316-9CD3-4347-A2C38994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BA7B92-591A-F5AA-14E2-45E06E34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8ED3DF-F73C-12D6-FDD2-6C3F0A75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282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B17C4-6593-F103-764C-F01A4D80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06124-21F3-2346-8B1D-4889FF7C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13B10C-962B-3C52-EBBE-C51C1DBDD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7C539B-026E-2E00-879B-5094C80E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FC5550-AE26-DE19-9669-734928B28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B6E835-617A-4225-F72C-A49FA9C5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45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BD7CD-7E44-3300-91C3-F68F9796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A65103-D895-FC5E-3193-00C9B38EF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B36005-59FB-02AF-2742-1D7A01942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AA75AA-C97E-1DE8-F3E3-810C6301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C45469-B8BA-5D71-F353-8F379879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2CCC55-46BF-5403-FB08-87D7874C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048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99490-BF99-B9C3-FD7B-CA92106C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7EE882-EA92-F9A1-28DA-FD11170DF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FEF60-B7AF-3BF9-1D91-7FF69BEA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81116-1D92-CB89-1D1E-589F82E2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87138-F4CC-4FB6-09AF-2FD6BD23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757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A6FEBD-A8D7-DA7A-39B9-19219D85F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FD636-FE9C-7658-1AEC-F9E4DF76D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F2C15-D1D5-3FE2-A740-8532477C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B54403-D667-0230-67D8-BDDC3D77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DC72C-7BDB-5007-1FA1-175B55ED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508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4583DD-1773-F92E-BF94-8D484FBA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8DDA31-A731-A836-D302-1CEEB7006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EFFEF-AE91-ABF8-4094-06E5373B5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0E9E6-6DA6-C742-AF91-71CF5573DD80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3C227-F42B-2896-5EA8-09EBB3946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34599-D564-D1B4-B474-992B2B2C3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A09F8-A701-7F41-948F-871ADD8424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26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DB30-74C4-D95E-D62F-F988FB4E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FDB13C3-E060-F2E4-F723-6BBBEFC1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219" y="1454150"/>
            <a:ext cx="37592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0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8FCBD52-2B09-2E15-D69B-9A6A87F01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877" y="1454150"/>
            <a:ext cx="3759200" cy="3949700"/>
          </a:xfrm>
          <a:prstGeom prst="rect">
            <a:avLst/>
          </a:prstGeom>
        </p:spPr>
      </p:pic>
      <p:pic>
        <p:nvPicPr>
          <p:cNvPr id="6" name="图形 5" descr="划线的圆圈 纯色填充">
            <a:extLst>
              <a:ext uri="{FF2B5EF4-FFF2-40B4-BE49-F238E27FC236}">
                <a16:creationId xmlns:a16="http://schemas.microsoft.com/office/drawing/2014/main" id="{41F9686C-A8B7-C532-728D-617DBBB11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9532" y="2312532"/>
            <a:ext cx="2232936" cy="223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37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434C37A-6361-29CA-D710-D4B62023D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1447800"/>
            <a:ext cx="37719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0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CC03-887A-30E9-7757-B5AA73E0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95254E-D48A-9389-D3DA-A1DCC4812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219" y="1454150"/>
            <a:ext cx="3759200" cy="3949700"/>
          </a:xfrm>
          <a:prstGeom prst="rect">
            <a:avLst/>
          </a:prstGeom>
        </p:spPr>
      </p:pic>
      <p:pic>
        <p:nvPicPr>
          <p:cNvPr id="4" name="图形 3" descr="目标 纯色填充">
            <a:extLst>
              <a:ext uri="{FF2B5EF4-FFF2-40B4-BE49-F238E27FC236}">
                <a16:creationId xmlns:a16="http://schemas.microsoft.com/office/drawing/2014/main" id="{5BC776C3-067D-940B-407E-0D629EAD6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3523" y="2246523"/>
            <a:ext cx="2346593" cy="234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7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02860-4535-DBBC-1335-384BB687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B98A51EB-94A4-0716-FDC4-7D533AE33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441174" y="2400300"/>
            <a:ext cx="1028700" cy="1028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3DEC3C-F638-0A22-E9D1-C514F9B7D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1447800"/>
            <a:ext cx="37719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5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AC4E-DFA1-6EEF-5D49-8D16E85E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688BC2B-C9EA-6793-5DD7-59A4C566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219" y="1454150"/>
            <a:ext cx="3759200" cy="3949700"/>
          </a:xfrm>
          <a:prstGeom prst="rect">
            <a:avLst/>
          </a:prstGeom>
        </p:spPr>
      </p:pic>
      <p:pic>
        <p:nvPicPr>
          <p:cNvPr id="6" name="Graphic 6" descr="Asset management saf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1745" y="2404745"/>
            <a:ext cx="2048510" cy="20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1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F1DBE-9E35-712A-4868-B5408A3C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03564DE0-67F7-7F23-5A4B-9189D44A0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441174" y="2400300"/>
            <a:ext cx="1028700" cy="10287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C41B545-9189-C2DA-7E53-8E73528F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1447800"/>
            <a:ext cx="37719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02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30EB7-038B-DEAE-CEA7-400ED5F9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CFD756B-C3C0-E0E4-03D1-F1D32A3E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03" y="1230745"/>
            <a:ext cx="3759200" cy="3949700"/>
          </a:xfrm>
          <a:prstGeom prst="rect">
            <a:avLst/>
          </a:prstGeom>
        </p:spPr>
      </p:pic>
      <p:pic>
        <p:nvPicPr>
          <p:cNvPr id="3" name="图形 2" descr="用户 纯色填充">
            <a:extLst>
              <a:ext uri="{FF2B5EF4-FFF2-40B4-BE49-F238E27FC236}">
                <a16:creationId xmlns:a16="http://schemas.microsoft.com/office/drawing/2014/main" id="{F0532A44-1E3D-16C4-375A-A29FB2BCB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5898" y="1929822"/>
            <a:ext cx="2047009" cy="255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9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4358-9217-AFD0-4BEF-AA704BF8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CF5CF7-0502-F2B8-AAF1-8EE2DD34F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219" y="1454150"/>
            <a:ext cx="3759200" cy="3949700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5FBC0214-BBA7-F600-A691-1E9709652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3030" y="2526030"/>
            <a:ext cx="1805940" cy="18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43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9A7DCC-129D-644A-8153-01244623D576}">
  <we:reference id="wa200010001" version="1.0.0.1" store="en-US" storeType="OMEX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5282</TotalTime>
  <Words>0</Words>
  <Application>Microsoft Macintosh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光营 周</dc:creator>
  <cp:lastModifiedBy>光营 周</cp:lastModifiedBy>
  <cp:revision>5</cp:revision>
  <dcterms:created xsi:type="dcterms:W3CDTF">2026-03-18T21:09:48Z</dcterms:created>
  <dcterms:modified xsi:type="dcterms:W3CDTF">2026-06-16T11:31:55Z</dcterms:modified>
</cp:coreProperties>
</file>